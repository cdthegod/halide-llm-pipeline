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LLM-Driven Halide Code Generation and Automated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Use LLMs to generate correct Halide (Python) image-processing programs.</a:t>
            </a:r>
          </a:p>
          <a:p>
            <a:pPr/>
            <a:r>
              <a:t>Auto-validate results on numerical &amp; image-based test cases.</a:t>
            </a:r>
          </a:p>
          <a:p>
            <a:pPr/>
            <a:r>
              <a:t>Feedback loop: Model → Code → Run → Validator → Feedback → Improved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73152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User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2286000" cy="73152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HalidePipeline</a:t>
            </a:r>
          </a:p>
          <a:p>
            <a:r>
              <a:t>(LLM + reasoning)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2286000" cy="73152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Halide Code + Test Cases (JSON)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286000" cy="73152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HalideValidatorLoop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2286000" cy="73152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Execution on test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371600"/>
            <a:ext cx="2286000" cy="73152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Pass/Fail Feedback →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HalidePipeline (Chain-of-Thought reasoning)</a:t>
            </a:r>
          </a:p>
          <a:p>
            <a:pPr/>
            <a:r>
              <a:t>HalideValidatorLoop (execution + comparison)</a:t>
            </a:r>
          </a:p>
          <a:p>
            <a:pPr/>
            <a:r>
              <a:t>React loop for adaptive 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round:</a:t>
            </a:r>
          </a:p>
          <a:p>
            <a:pPr/>
            <a:r>
              <a:t>• Generate code + test cases</a:t>
            </a:r>
          </a:p>
          <a:p>
            <a:pPr/>
            <a:r>
              <a:t>• Save input.png and expected_output.png</a:t>
            </a:r>
          </a:p>
          <a:p>
            <a:pPr/>
            <a:r>
              <a:t>• Run Halide code → output.png</a:t>
            </a:r>
          </a:p>
          <a:p>
            <a:pPr/>
            <a:r>
              <a:t>• Compare pixel-wise (mean &amp; max diff)</a:t>
            </a:r>
          </a:p>
          <a:p>
            <a:pPr/>
            <a:r>
              <a:t>• Pass/fail feedback sent back</a:t>
            </a:r>
          </a:p>
          <a:p>
            <a:pPr/>
          </a:p>
          <a:p>
            <a:pPr/>
            <a:r>
              <a:t>Example metrics:</a:t>
            </a:r>
          </a:p>
          <a:p>
            <a:pPr/>
            <a:r>
              <a:t>• Expected mean: 0.85</a:t>
            </a:r>
          </a:p>
          <a:p>
            <a:pPr/>
            <a:r>
              <a:t>• Actual mean:   0.846</a:t>
            </a:r>
          </a:p>
          <a:p>
            <a:pPr/>
            <a:r>
              <a:t>• Max diff: 0.078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Successes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Challenges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LLM produced valid Halide code for multiple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Occasional truncation &amp; syntax drift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Auto-execution validated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JSON outputs sometimes malformed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Feedback loop improved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Unclamped expected values caused test mismatch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Test-image pipeline proved useful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LLM sometimes switched to C++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scheduling optimizations (Halide vectorize, tile, parallel) to test performance.</a:t>
            </a:r>
          </a:p>
          <a:p>
            <a:pPr/>
            <a:r>
              <a:t>Introduce real-image benchmarks (blur, sharpen, tone-map).</a:t>
            </a:r>
          </a:p>
          <a:p>
            <a:pPr/>
            <a:r>
              <a:t>Explore multi-agent feedback: validator + static analyzer.</a:t>
            </a:r>
          </a:p>
          <a:p>
            <a:pPr/>
            <a:r>
              <a:t>Deploy pipeline as a web demo with visual diff viewer.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